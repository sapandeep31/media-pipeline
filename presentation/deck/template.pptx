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mplate-text"/>
          <p:cNvSpPr txBox="1"/>
          <p:nvPr/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11827"/>
                </a:solidFill>
                <a:latin typeface="Google Sans Flex"/>
              </a:rPr>
              <a:t>Deck 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mplate-text"/>
          <p:cNvSpPr txBox="1"/>
          <p:nvPr/>
        </p:nvSpPr>
        <p:spPr>
          <a:xfrm>
            <a:off x="265176" y="54864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Google Sans Flex"/>
              </a:rPr>
              <a:t>Section label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mplate-text"/>
          <p:cNvSpPr txBox="1"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11827"/>
                </a:solidFill>
                <a:latin typeface="Google Sans Flex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